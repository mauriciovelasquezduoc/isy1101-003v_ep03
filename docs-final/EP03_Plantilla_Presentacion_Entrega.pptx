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0bf3c9a9a64b6b" /><Relationship Type="http://schemas.openxmlformats.org/officeDocument/2006/relationships/extended-properties" Target="/docProps/app.xml" Id="R3878b7c7f33043d7" /><Relationship Type="http://schemas.openxmlformats.org/officeDocument/2006/relationships/officeDocument" Target="/ppt/presentation.xml" Id="R4cc10387f8d3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f340de4a474bcf"/>
  </p:sldMasterIdLst>
  <p:notesMasterIdLst>
    <p:notesMasterId xmlns:r="http://schemas.openxmlformats.org/officeDocument/2006/relationships" r:id="R51624e9d8b414261"/>
  </p:notesMasterIdLst>
  <p:sldIdLst>
    <p:sldId xmlns:r="http://schemas.openxmlformats.org/officeDocument/2006/relationships" id="256" r:id="Rfc6faed2636f4ed4"/>
    <p:sldId xmlns:r="http://schemas.openxmlformats.org/officeDocument/2006/relationships" id="257" r:id="Rb9954a467d7a4a58"/>
    <p:sldId xmlns:r="http://schemas.openxmlformats.org/officeDocument/2006/relationships" id="258" r:id="Ra7f3a8faa03a4510"/>
    <p:sldId xmlns:r="http://schemas.openxmlformats.org/officeDocument/2006/relationships" id="259" r:id="Ra24617ba0de54477"/>
    <p:sldId xmlns:r="http://schemas.openxmlformats.org/officeDocument/2006/relationships" id="260" r:id="Reb9e0cff747449d3"/>
    <p:sldId xmlns:r="http://schemas.openxmlformats.org/officeDocument/2006/relationships" id="261" r:id="Rc7d8745b9cc9410e"/>
    <p:sldId xmlns:r="http://schemas.openxmlformats.org/officeDocument/2006/relationships" id="262" r:id="Rb915f7bb43944b1c"/>
    <p:sldId xmlns:r="http://schemas.openxmlformats.org/officeDocument/2006/relationships" id="263" r:id="R31278923761640a4"/>
    <p:sldId xmlns:r="http://schemas.openxmlformats.org/officeDocument/2006/relationships" id="264" r:id="R5eca9d09e9504652"/>
    <p:sldId xmlns:r="http://schemas.openxmlformats.org/officeDocument/2006/relationships" id="265" r:id="Reaf8296d21a144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a523db21304968" /><Relationship Type="http://schemas.openxmlformats.org/officeDocument/2006/relationships/slideMaster" Target="/ppt/slideMasters/slideMaster1.xml" Id="Rb4f340de4a474bcf" /><Relationship Type="http://schemas.openxmlformats.org/officeDocument/2006/relationships/notesMaster" Target="/ppt/notesMasters/notesMaster1.xml" Id="R51624e9d8b414261" /><Relationship Type="http://schemas.openxmlformats.org/officeDocument/2006/relationships/presProps" Target="/ppt/presProps.xml" Id="R35f978f8eb944403" /><Relationship Type="http://schemas.openxmlformats.org/officeDocument/2006/relationships/tableStyles" Target="/ppt/tableStyles.xml" Id="Raf1d78ab008a4b0a" /><Relationship Type="http://schemas.openxmlformats.org/officeDocument/2006/relationships/slide" Target="/ppt/slides/slide1.xml" Id="Rfc6faed2636f4ed4" /><Relationship Type="http://schemas.openxmlformats.org/officeDocument/2006/relationships/slide" Target="/ppt/slides/slide2.xml" Id="Rb9954a467d7a4a58" /><Relationship Type="http://schemas.openxmlformats.org/officeDocument/2006/relationships/slide" Target="/ppt/slides/slide3.xml" Id="Ra7f3a8faa03a4510" /><Relationship Type="http://schemas.openxmlformats.org/officeDocument/2006/relationships/slide" Target="/ppt/slides/slide4.xml" Id="Ra24617ba0de54477" /><Relationship Type="http://schemas.openxmlformats.org/officeDocument/2006/relationships/slide" Target="/ppt/slides/slide5.xml" Id="Reb9e0cff747449d3" /><Relationship Type="http://schemas.openxmlformats.org/officeDocument/2006/relationships/slide" Target="/ppt/slides/slide6.xml" Id="Rc7d8745b9cc9410e" /><Relationship Type="http://schemas.openxmlformats.org/officeDocument/2006/relationships/slide" Target="/ppt/slides/slide7.xml" Id="Rb915f7bb43944b1c" /><Relationship Type="http://schemas.openxmlformats.org/officeDocument/2006/relationships/slide" Target="/ppt/slides/slide8.xml" Id="R31278923761640a4" /><Relationship Type="http://schemas.openxmlformats.org/officeDocument/2006/relationships/slide" Target="/ppt/slides/slide9.xml" Id="R5eca9d09e9504652" /><Relationship Type="http://schemas.openxmlformats.org/officeDocument/2006/relationships/slide" Target="/ppt/slides/slide10.xml" Id="Reaf8296d21a144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77b26d361445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28af914590455c" /><Relationship Type="http://schemas.openxmlformats.org/officeDocument/2006/relationships/notesMaster" Target="/ppt/notesMasters/notesMaster1.xml" Id="R3eb556d478a047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60d3cc2461420b" /><Relationship Type="http://schemas.openxmlformats.org/officeDocument/2006/relationships/notesMaster" Target="/ppt/notesMasters/notesMaster1.xml" Id="Rd565881b1c93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8123914eb40fa" /><Relationship Type="http://schemas.openxmlformats.org/officeDocument/2006/relationships/notesMaster" Target="/ppt/notesMasters/notesMaster1.xml" Id="R729a6096481643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432ce97644dbd" /><Relationship Type="http://schemas.openxmlformats.org/officeDocument/2006/relationships/notesMaster" Target="/ppt/notesMasters/notesMaster1.xml" Id="Rdacdd7e4ae0149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03b4cf69854fb9" /><Relationship Type="http://schemas.openxmlformats.org/officeDocument/2006/relationships/notesMaster" Target="/ppt/notesMasters/notesMaster1.xml" Id="Ra0f35b2bc1eb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931e1afbb744d4" /><Relationship Type="http://schemas.openxmlformats.org/officeDocument/2006/relationships/notesMaster" Target="/ppt/notesMasters/notesMaster1.xml" Id="R47c6899a0b2d4e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06d7ed2ea34e83" /><Relationship Type="http://schemas.openxmlformats.org/officeDocument/2006/relationships/notesMaster" Target="/ppt/notesMasters/notesMaster1.xml" Id="R0e99a588b55e47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f636d965ab4d42" /><Relationship Type="http://schemas.openxmlformats.org/officeDocument/2006/relationships/notesMaster" Target="/ppt/notesMasters/notesMaster1.xml" Id="R3ce504e5d7ad4c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c3d120d95a48f3" /><Relationship Type="http://schemas.openxmlformats.org/officeDocument/2006/relationships/notesMaster" Target="/ppt/notesMasters/notesMaster1.xml" Id="Rc7c72ec8125745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10a84e781f41ff" /><Relationship Type="http://schemas.openxmlformats.org/officeDocument/2006/relationships/notesMaster" Target="/ppt/notesMasters/notesMaster1.xml" Id="R8397937edc08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b8af140f64f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9472fa432d43c7" /><Relationship Type="http://schemas.openxmlformats.org/officeDocument/2006/relationships/slideLayout" Target="/ppt/slideLayouts/slideLayout1.xml" Id="R1942cee4a4024c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42cee4a4024c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cc497218e46ce" /><Relationship Type="http://schemas.openxmlformats.org/officeDocument/2006/relationships/notesSlide" Target="/ppt/notesSlides/notesSlide1.xml" Id="Ra436c75744ed4c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fa98c1d774d2b" /><Relationship Type="http://schemas.openxmlformats.org/officeDocument/2006/relationships/notesSlide" Target="/ppt/notesSlides/notesSlide2.xml" Id="R79715f16efe243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9db043a1a432f" /><Relationship Type="http://schemas.openxmlformats.org/officeDocument/2006/relationships/notesSlide" Target="/ppt/notesSlides/notesSlide3.xml" Id="R2892963ca01143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7ea97ba5b4b6c" /><Relationship Type="http://schemas.openxmlformats.org/officeDocument/2006/relationships/notesSlide" Target="/ppt/notesSlides/notesSlide4.xml" Id="R047c120b15df48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92581cc2e402c" /><Relationship Type="http://schemas.openxmlformats.org/officeDocument/2006/relationships/notesSlide" Target="/ppt/notesSlides/notesSlide5.xml" Id="R65578437f3304f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7a8657d0d4a40" /><Relationship Type="http://schemas.openxmlformats.org/officeDocument/2006/relationships/notesSlide" Target="/ppt/notesSlides/notesSlide6.xml" Id="R52be9821672048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0707d32a84e70" /><Relationship Type="http://schemas.openxmlformats.org/officeDocument/2006/relationships/notesSlide" Target="/ppt/notesSlides/notesSlide7.xml" Id="R89eabe723f5a4d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1852904854424" /><Relationship Type="http://schemas.openxmlformats.org/officeDocument/2006/relationships/notesSlide" Target="/ppt/notesSlides/notesSlide8.xml" Id="Rc19aa2e4d6ee40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3fc10a7734f3a" /><Relationship Type="http://schemas.openxmlformats.org/officeDocument/2006/relationships/notesSlide" Target="/ppt/notesSlides/notesSlide9.xml" Id="R450d526569fb47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0d7c2b4de49db" /><Relationship Type="http://schemas.openxmlformats.org/officeDocument/2006/relationships/notesSlide" Target="/ppt/notesSlides/notesSlide10.xml" Id="R8d7ef9b5111141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A73A75-AD34-4E9B-BA98-F8718B13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036E8-2666-48B1-BA6F-FF3B030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Evaluacion Final Transversal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4380C-632F-4822-97F1-29482D8E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EP03 - CI/CD, contenedores, EKS y observabilidad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8E1DC-30E8-40C9-8DFD-2946B9EF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Integrantes: [Nombre 1] y [Nombre 2]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Repositorio: [URL GitHub publico]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Fecha: [dd/mm/aaaa]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34B27-6752-4457-A448-78A3D657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3718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C668C-8641-40F8-9D7A-3BB09441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A3DBB-2AF3-4F76-9470-021F4A0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Objetivo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60B59-CEE9-4D97-8D72-81239123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Demostrar una plataforma de tres capas con build, pruebas, publicacion de imagenes, despliegue automatizado y evidencias de operacion en AWS.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1A794-4F7F-4A75-B8E9-18AA2035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6107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456CEF-AF7C-42E8-8950-E719D92E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Historia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4E44E-C20E-4949-8A58-7B4ACD90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Explicar el problema, alcance y resultado final.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3B361-DD05-4E1C-A239-3981A50F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EP03 DevOps | guia-04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D9D51-719A-479A-A9C2-BEE1C354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54D8B-0DF5-4FD1-846B-4C0DE31B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3A64E-846D-4985-A490-84DD1160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Sistema de tres capas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70A18-3356-4ED3-B9F1-745CFD59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Frontend, backend y base de datos relacional; describir comunicacion, puertos y variables.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6D7F4-E260-47D5-832D-A2140080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B301C-4FFA-4912-A78F-1FE7B6B9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110A3-CC39-478F-B421-56DB129D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Automatizacion completa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CEF11-DBC5-42F0-8D40-07FDB17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GitHub Actions ejecuta build, test, push a ECR y deploy al cluster.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C013E-C3A4-4183-8774-9F0F453C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7A089-9C41-42A1-881D-7AD02E05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99343-B670-4B04-9B06-7016F87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Operacion en nube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C805F5-45C0-436F-8A97-FA114B90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AWS EKS, VPC, nodegroup, servicios Kubernetes, HPA y LoadBalancer.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FCD5C-BB8C-48CD-927A-8BAAA5E5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0A4B8-98F8-41C1-9FAF-EDC03411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B9BF7-D40D-41A5-A35B-651EF7F7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Evidencia observable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86BCB-E4FD-48ED-811A-A81000CD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Logs de pipeline, metricas CloudWatch, stress test y verificacion de endpoints.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B431F-11F2-4518-B4F4-E55F347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4247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843767-76EA-47A9-A29A-6F0C0869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Arquitectura desplegada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31184-CD7C-444C-920C-FAE496C3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Completar con nombres reales, URLs, regiones y capturas de los recursos creados.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107B4-B0B3-4183-AE39-046B09F0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EP03 DevOps | guia-04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779ED-63B3-4F06-8779-2539F5D8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907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03718-2B71-494E-AAB9-B8DA123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68476-0315-4388-AA6B-D205055D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87024-8A36-486F-B96D-1CB25A44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-369570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3062F-ABB1-404A-B137-BEBAAF13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42A88-8042-4213-8EC1-D7498CC1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BDDBB-7F8C-4D8F-9C0C-EB0163AB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-762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54D63-E28D-456D-947C-8C80B2FB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1143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69379-308E-403C-B480-242104C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3048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EF6F1-8C72-4B6C-AE27-DFCFCA0F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D5EC7-DE75-4BD3-92E9-34F75DE3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GitHub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CC800-274C-4086-8622-93EE85FD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1999F-0A00-4CF2-BA6F-A7279809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00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Amazon ECR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D2290-3646-4351-9912-438C7184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42F19-4A09-4FF5-B9A1-C897B52E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EKS Cluster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94435-12CD-4731-9D7B-5124E6B3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0A3E3-A816-4C4A-93F3-E74140FB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CloudWatch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4A8F6-9651-4A45-87BA-CA818875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097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9362C-433B-4A94-8027-8811F55B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Usuario final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44F35-5184-4F0B-AA09-F52D59A1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94DEE-1921-4250-B3EC-75C88BD2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14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6A64D-EF84-4392-ABAA-13E6BB0E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E588F6-175F-489E-9244-61847AC4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D8873-6A0E-4556-9E85-8EC7C7F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1428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7D153-618C-4B15-A2BD-D80A28C5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Base de datos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647D7-8B1E-4B26-9CAB-97364AD2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Completar: VPC, subredes publicas/privadas, SG, namespace, servicios, HPA, endpoints y politicas IAM utilizadas.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050BD4-C205-465C-841D-77F993E7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0063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3B0955-2D57-4287-B7D6-F6E7855A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Repositorio y versionamiento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0B6CA-B2D9-441B-9ACA-76FF18F2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Mostrar estructura, ramas, commits y trazabilidad.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95366-5F53-4D4B-BF0A-A092A7FE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EP03 DevOps | guia-04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71327-64D0-4232-AFD3-F0957602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0E0E2-6523-4E91-A573-91A5A3D4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2F0D1-97C2-4FBE-AA54-8A87FD2F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Repositorios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56B4D-B2EC-4F7C-B9D7-697252E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Completar URL publica y explicar frontend, backend, database o monorepo.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46D92-1317-4588-9A95-EA5F0648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B0375-B10A-4C3A-8C15-860C77BD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8B5FF-E108-4FA4-B421-1C89F2B4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Commits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8D5B4-767A-409C-962C-863874F9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Evidenciar mensajes descriptivos y cambios relevantes por bloque de trabajo.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08E6C-DBE2-4407-881B-B98BB540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49284-B739-4F6B-9FAE-76C9FE4B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C63E2-AC3D-47A1-B7CF-F6732BF1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README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F7E8E-C660-4215-A276-2EADD5A9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Debe explicar ejecucion local, variables, pipelines, despliegue y evidencias.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4CCBC-A83D-4D00-9C1A-6897579F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E4406-0046-4B92-8095-9C427300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68BC5-0C97-4340-8471-4E3A08BE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Tags de imagen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F9631-B00E-4AD7-B1AC-68ACDFE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Relacionar commit, version de imagen y despliegue en Kubernetes.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D40C2-9E1A-47C7-8902-48B8D43D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3608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C2B91-7B9F-4A76-A04F-A6C03B69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Contenedores y desarrollo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7B1CD-812E-49B3-B01C-00355FA4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Defender Dockerfile, .dockerignore y docker-compose.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0D943-02A2-4D32-A501-9487BB1F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EP03 DevOps | guia-04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A2C7E-7195-4DFA-90D1-31A36ECE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B6087-8EF5-496A-A281-EA5B54D5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BCB33-749B-43AA-910B-81F3DD99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Imagen por componente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708FA-BE49-4458-9B02-B808F017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Indicar imagen base, multietapa si aplica, usuario, puertos y variables.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CCA7A-0A66-4665-84C2-6A124A1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BAD50-AE35-459A-8285-06B39B43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568B1-68AE-42A6-9C6E-AB2B070B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Compose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AE442-2830-4C6F-8A4A-7D52D559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Demostrar red interna, dependencias, variables y persistencia de datos.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DE841-20DE-4A32-BFD9-6038434E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1D2F7-DE5B-4173-B859-6A1E1763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D9B30-8DED-49C6-90DC-9EB7F880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Optimización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B8D81-C53A-4BB8-AF24-8DCAFB5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Justificar imagen slim/alpine, cache, capas, archivos excluidos y superficie minima.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A8732-C7BF-4E8D-BB79-68316CC9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F6C12-C5F6-4BB5-9D58-E241E92B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3A588-110A-43E3-B843-8AB42BD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Prueba local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73048-9497-49A4-B800-4395A0C7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Pegar comando y captura: docker compose up, healthcheck o endpoint funcional.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1D570-C58E-4BFD-B237-2DCF103C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1925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9A28D3-8FA1-47AD-BBB9-8051D501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Pipeline 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B7EEA-278C-44F9-A5AA-5E9295EB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Completar con el workflow real de GitHub Actions.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4ECBA-2B61-4257-9CB3-0C9380CD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EP03 DevOps | guia-04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3EE5C-56F1-4C4F-BB7E-95B120DF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64845-4FBA-421B-9B33-7D3520E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E9BB6-8F84-47AC-A8C5-230E046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Build y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25E7D-F5C3-4F70-89EC-1F34A578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Mostrar jobs, comandos, resultado de pruebas y control de fallos.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1B9C6-4EEA-466B-BAC3-E1F390EE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B5FC8-3714-4376-AAD7-DCD5B6A9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908FA-678B-474C-AACB-8EF810F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Seguridad/calidad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B517E-E8CC-4494-A857-DFA86969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Incluir Snyk/Sonar si se uso; explicar hallazgos o excepciones justificadas.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535F8-2C28-4E03-A207-D7970F7E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F9E3A-E601-473C-9720-CF3F6F15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E4F9E-9380-496F-965E-37243180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Publicacion ECR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19677-31DA-482A-B51B-2F7379EF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Mostrar repositorios, tags y trazabilidad con commit SHA o version.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1E1E8-2FD5-4B23-9666-E30E39E7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4EF36-73F6-473C-954A-BBFCF43A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8E51D-8271-4F3B-ADD3-3DE83675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Deploy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5E4BE-FDF0-4148-A46D-C1149695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Mostrar kubectl apply/rollout status y waits por dependencias.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9DCDC-6D9C-4F37-8AC7-9F718EB1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4039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ACEDB-89AE-4473-A8FF-3BCA3568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Infraestructura AWS y Kubernetes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D980B-E2CA-40D5-AF78-2977288C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Conectar la guia-04 con la arquitectura final.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9DD69-C517-4E53-9E06-91449613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EP03 DevOps | guia-04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949E1-436B-46E3-8656-721AC402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27F34-E692-445C-82C8-BF93B5BE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B7522-0F92-4620-BD38-D981DA21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Infraestructura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D26D2-B164-4EF2-A9B3-BDDA5E41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VPC laboratorio-ep03, subredes, endpoints, EKS y nodegroup.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3FB0F-919B-42C1-9A51-33584625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AE2FE-410D-4564-8BB4-99B5C2F8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0CB80-BEB7-4F7E-BCEA-5E93BEB5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Kubernetes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59C6B-C208-45D6-AA46-E46E5B23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Namespace ep03, Deployments, Services, Secrets, HPA y LoadBalancer.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8CAB3-CFF0-4315-B0EE-FB8B9B7F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BF704-C109-4576-8576-AED42154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17B0E-8EAA-4DE5-B112-275072E6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Configuracion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7FC40-51DC-4A6D-A11F-BC75F84A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Explicar GitHub Secrets, secrets.txt, IAM minimo y manejo de credenciales temporales.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D60A6-EAAC-44F7-9E51-B878364D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124CD-CC80-4B81-BDD4-F00B929F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603EA-32D6-4D37-A166-7DE96BDE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Escalabilidad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21DC7-6F2D-48FF-B85F-FC908C36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Demostrar HPA, replicas, metric-server y razon de usar EKS frente a deploy manual.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4DAB3-85C9-4812-8E07-84AC59B7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428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B9FEE-DC80-464F-ACC2-93B7F847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Observabilidad y verificacion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431BE-6A0F-497C-A911-AEFD04B3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Mostrar evidencias obligatorias para la defensa.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49133-DC24-431A-ABAA-F526F9F8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EP03 DevOps | guia-04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D4918-8740-485C-AA32-B5779590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CB40E-C187-43B6-B49C-5058059F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70D0C-631F-40BF-B6F3-37049B97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CloudWatch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6E0BD-FDA9-400F-BF50-2E32CAA7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Dashboard laboratorio-ep03-eks-observability, metricas custom y logs disponibles.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9CA87-6FC5-44DB-9439-F8769F6D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45365-B7A4-49F1-814E-01792D02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2C9AF-1963-4443-AAB1-6C777B4A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Stress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298F4-5C16-478E-AD27-758663EE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RequestsPerSecond, SuccessRate, TotalRequests y duracion del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09837-09A0-468B-B218-E0C07F61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7A080-E258-452E-BB1A-B4E1E141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EB77C-BA7D-42C3-83E8-4EEB0D42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Estado del cluster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F3FEB-6809-4584-89E4-8971CB14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kubectl get pods, svc, hpa, top nodes/pods y rollout status.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97917-B963-4E48-8BAC-C641F54F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E9FC3-8038-42D1-8B93-F19C84F1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51D61-655A-43F5-BE95-A06B41C1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Evidencia funcional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54CD7-D3F9-4D26-8B77-A58009D1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URL/IP del frontend, endpoints backend y prueba de persistencia en BD.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639B8-89C0-406A-92D6-CF6416B3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8256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C614E6-506C-4DD1-A256-65022C79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Decisiones tecnicas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3B45F-1E5D-4FF3-A3DF-691A607C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Cada integrante debe defender causas, alternativas y trade-offs.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4FEFB-BE02-49D3-A9DD-A81AFE85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EP03 DevOps | guia-04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5DBC7-DA1C-46E6-80B4-72360E3C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01148-ACD4-4529-9951-56E5F4AF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D8599-1116-47E6-934B-1A82D45E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EKS/ECR/CloudWatch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ED90D-EFFE-4389-8D0C-BDD53E3D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Por que estos servicios son adecuados para produccion y trazabilidad.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2237C-5C1F-4A4E-86BB-2FC95BB0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566DE-89FF-431F-9283-0AF0152C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6532D-6773-4B9C-948E-3F3C577C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Seguridad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301FB-B24C-4253-BEF2-83F479D9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Puertos minimos, secretos, IAM, imagenes minimalistas y escaneo.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C00CE-AAFC-41B0-BB6F-EA0926FF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803F6-D6B7-4A93-8749-107A8A87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70F39-998B-41A7-B59E-E80613F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Costos y limites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98493-F27E-4856-AF3A-D6989554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Mencionar uso de SPOT, AWS Academy, costos estimados y restricciones reales.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20DE0-4EEA-41E5-8EC8-DC27B355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E2D1A-4FE4-4EBA-AB1F-8A0BE008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5C487-72B7-404C-80FA-A5066CA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Mejoras futuras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6182D-1ABF-4A31-A9A9-182412C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Persistencia gestionada, HTTPS, Ingress, alarmas, rollback y despliegue blue/green.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C6B06-7386-4725-B80F-85404DF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3113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753D3-1FEB-4962-90AE-0DE65821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Cierre y defensa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9827D-AB6F-4B16-BD53-F61963F6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Preparar una demostracion de 10 a 15 minutos.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4B01A-1AC0-427E-9F20-A733AE7A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EP03 DevOps | guia-04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7367D-5544-4FAE-90A8-AED94640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4780F-B194-46FE-B15A-7CBF0C0B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DE418-4ED3-4C7F-A960-EAA91C6B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D783C-DCEA-46CE-85EA-8480FCCF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Orden sugerido: repo, local, pipeline, ECR, EKS, CloudWatch, stress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156B4-0471-483A-BE53-2EAACE7C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04C5F-433F-4EAB-8C0E-AAFADDE9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A326C-744A-414D-990C-C10A7762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Preguntas esperadas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8B54B-A472-4BD8-A912-ADC18B1B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Por que EKS, como se protegen secretos, como se escala, como se prueba, como se monitorea.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AC8AC-0791-4688-B765-7BF024EB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73226-D7B4-45CE-9F0A-9F820458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6F4EB-7CAF-4EE8-8481-AD5D1B57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Responsabilidad individual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A26E0-EFB5-4408-8AE9-EF78B53B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Cada estudiante explica una parte tecnica y responde con evidencia.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F2556-7506-419F-A48F-74D8A483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5CFBB-E3B3-4EC5-9EFF-EE0B3F53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CA057-40B3-4923-AC92-77EFDEEA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Entrega AVA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501F6-5176-4FF3-9A3E-59290D38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Subir informe Word, enlace GitHub publico, PPT y anexos de evidencia.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E58D6-B956-4476-B335-E315C12D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6041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2026-06-29T19:06:36.7080000Z</dcterms:created>
  <dcterms:modified xsi:type="dcterms:W3CDTF">2026-06-29T19:06:36.7080000Z</dcterms:modified>
</coreProperties>
</file>